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ObfUX: The Cursed Data Format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/>
              <a:t>Winter Hackathon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Hackathon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rPr/>
              <a:t>Take a normal input.json and make it *unrecognisable*.</a:t>
            </a:r>
          </a:p>
          <a:p>
            <a:pPr>
              <a:defRPr sz="2000">
                <a:latin typeface="Calibri"/>
              </a:defRPr>
            </a:pPr>
            <a:r>
              <a:rPr/>
              <a:t>Design a catastrophic format with both encoder and decoder.</a:t>
            </a:r>
          </a:p>
          <a:p>
            <a:pPr>
              <a:defRPr sz="2000">
                <a:latin typeface="Calibri"/>
              </a:defRPr>
            </a:pPr>
            <a:r>
              <a:rPr/>
              <a:t>Aim for humour and intentional confusion.</a:t>
            </a:r>
          </a:p>
          <a:p>
            <a:pPr>
              <a:defRPr sz="2000">
                <a:latin typeface="Calibri"/>
              </a:defRPr>
            </a:pPr>
            <a:r>
              <a:rPr/>
              <a:t>No documentation (but we made some anyway for posterity!).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ObfUX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rPr/>
              <a:t>Outer wrapper: the object is book‑ended with the 💫 emoji.</a:t>
            </a:r>
          </a:p>
          <a:p>
            <a:pPr>
              <a:defRPr sz="2000">
                <a:latin typeface="Calibri"/>
              </a:defRPr>
            </a:pPr>
            <a:r>
              <a:rPr/>
              <a:t>Pairs separated by 🧟 and fields by 🐉.</a:t>
            </a:r>
          </a:p>
          <a:p>
            <a:pPr>
              <a:defRPr sz="2000">
                <a:latin typeface="Calibri"/>
              </a:defRPr>
            </a:pPr>
            <a:r>
              <a:rPr/>
              <a:t>Keys encoded via bit reversal &amp; base‑36.</a:t>
            </a:r>
          </a:p>
          <a:p>
            <a:pPr>
              <a:defRPr sz="2000">
                <a:latin typeface="Calibri"/>
              </a:defRPr>
            </a:pPr>
            <a:r>
              <a:rPr/>
              <a:t>Type tags: S, N, B, L, O, U for strings, numbers, booleans, lists, objects and null.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Value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rPr/>
              <a:t>Strings: shift character codes, convert to base‑32 and reverse order.</a:t>
            </a:r>
          </a:p>
          <a:p>
            <a:pPr>
              <a:defRPr sz="2000">
                <a:latin typeface="Calibri"/>
              </a:defRPr>
            </a:pPr>
            <a:r>
              <a:rPr/>
              <a:t>Numbers: convert to string, hex‑encode shifted codes, reverse order.</a:t>
            </a:r>
          </a:p>
          <a:p>
            <a:pPr>
              <a:defRPr sz="2000">
                <a:latin typeface="Calibri"/>
              </a:defRPr>
            </a:pPr>
            <a:r>
              <a:rPr/>
              <a:t>Booleans: 👍 for True, 👎 for False.</a:t>
            </a:r>
          </a:p>
          <a:p>
            <a:pPr>
              <a:defRPr sz="2000">
                <a:latin typeface="Calibri"/>
              </a:defRPr>
            </a:pPr>
            <a:r>
              <a:rPr/>
              <a:t>Lists: each element carries its own type tag and encoding, joined by |.</a:t>
            </a:r>
          </a:p>
          <a:p>
            <a:pPr>
              <a:defRPr sz="2000">
                <a:latin typeface="Calibri"/>
              </a:defRPr>
            </a:pPr>
            <a:r>
              <a:rPr/>
              <a:t>Objects: recursively encoded mini‑ObfUX strings (no outer 💫).</a:t>
            </a:r>
          </a:p>
          <a:p>
            <a:pPr>
              <a:defRPr sz="2000">
                <a:latin typeface="Calibri"/>
              </a:defRPr>
            </a:pPr>
            <a:r>
              <a:rPr/>
              <a:t>Null: represented by the sleep emoji 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Encoding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Input JSON:</a:t>
            </a:r>
          </a:p>
          <a:p>
            <a:pPr lvl="1">
              <a:defRPr i="1"/>
            </a:pPr>
            <a:r>
              <a:rPr/>
              <a:t>{"name": "Tyrion Lannister", "age": 24, "tldr": "Drinks and knows things"}</a:t>
            </a:r>
          </a:p>
          <a:p>
            <a:pPr/>
            <a:r>
              <a:rPr/>
              <a:t>Encoded ObfUX:</a:t>
            </a:r>
          </a:p>
          <a:p>
            <a:pPr lvl="1">
              <a:defRPr sz="1000"/>
            </a:pPr>
            <a:r>
              <a:rPr/>
              <a:t>💫3a.3q.52.4m🐉S🐉41-3j-41-3v-3k-3o-3n-39-2j-16-3j-3j-3c-3k-3q-2k</a:t>
            </a:r>
            <a:br/>
            <a:r>
              <a:rPr/>
              <a:t>🧟3q.6e.4m🐉N🐉33&amp;32</a:t>
            </a:r>
            <a:br/>
            <a:r>
              <a:rPr/>
              <a:t>🧟1a.1i.12.26🐉S🐉49-3s-42-3s-3q-45-1g-42-45-3s-3q-3m-1a-3d-3m-38-16-3o-3f-3h-3b-3j-24💫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When your teammates see ObfUX</a:t>
            </a:r>
          </a:p>
        </p:txBody>
      </p:sp>
      <p:pic>
        <p:nvPicPr>
          <p:cNvPr id="3" name="Picture 2" descr="Screenshot 2025-11-27 at 18.34.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40969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